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1216152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5544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800" kern="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E-AI-S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System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Claude agents delivering end-to-end software change for the EAS AI Adoption Dashboard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Ibrahim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Overall AI SPOC  ·  Ejada  ·  April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149840" y="5120640"/>
            <a:ext cx="1280160" cy="1280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24160" y="5394960"/>
            <a:ext cx="1280160" cy="1280160"/>
          </a:xfrm>
          <a:prstGeom prst="rect">
            <a:avLst/>
          </a:prstGeom>
          <a:solidFill>
            <a:srgbClr val="F4A261">
              <a:alpha val="80000"/>
            </a:srgbClr>
          </a:solidFill>
          <a:ln w="12700">
            <a:solidFill>
              <a:srgbClr val="F4A26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547104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E-AI-S · Multi-Agent System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0" y="6547104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Ibrahim  ·  EAS Overall AI SPOC  ·  April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We're Solving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capacity — not ideas — is the bottleneck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3035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28800"/>
            <a:ext cx="73152" cy="1920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0116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Bottleneck on one person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is maintained by a tiny team. Every BRD, HLD, code change and test routes through the same SPOC.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3035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828800"/>
            <a:ext cx="73152" cy="19202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0116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Docs drift from code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24688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BRD.md, HLD.md and IMPLEMENTATION_PLAN.md fall out of sync because manual updates are the first thing to be skipped.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53035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114800"/>
            <a:ext cx="73152" cy="192024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2976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dedicated QA loop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47548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testing are ad-hoc; defects are caught after release by users, not before by a process.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4114800"/>
            <a:ext cx="53035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4114800"/>
            <a:ext cx="73152" cy="1920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2976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Adoption story needs proof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6520" y="47548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 needs a flagship multi-agent example to point at. Today we have tasks logged, not systems built.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547104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E-AI-S · Multi-Agent System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0" y="6547104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Ibrahim  ·  EAS Overall AI SPOC  ·  April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Proposing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specialised Claude agents, one supervisor, full lifecycle coverage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 is a coordinated group of AI agents that takes a single stakeholder sentence and drives it through every stage of delivery — BRD, SOW, HLD, code, QA, tests and documentation — inside the real E-AI-S repo.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hand-off is validated by a Supervisor Agent on Claude Opus. Nothing moves forward without an explicit APPROVE verdict.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53035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8745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7772400" y="20116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agents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 every stage of the SDLC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0" y="3383280"/>
            <a:ext cx="53035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3429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7772400" y="35661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on Opus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every hand-off, no rubber stamps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0" y="4937760"/>
            <a:ext cx="53035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49834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331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7772400" y="51206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infrastructure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the existing E-AI-S repo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547104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E-AI-S · Multi-Agent System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0" y="6547104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Ibrahim  ·  EAS Overall AI SPOC  ·  April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Seven Agents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role in the SDLC has a dedicated specialist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621792" cy="6217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17320" y="18470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Agent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06240" y="1874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features, reports production issues, drafts BRD requirements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523744"/>
            <a:ext cx="621792" cy="6217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237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2542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Agent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06240" y="256946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the BRD, clarifies ambiguity, prepares the SOW with effort and RACI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218688"/>
            <a:ext cx="621792" cy="6217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186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32369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Agent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06240" y="32644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the ask, produces the HLD against the existing architecture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913632"/>
            <a:ext cx="621792" cy="6217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9136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1732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Lead Agent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206240" y="395935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the HLD, implements code, fixes and CRs in the real repo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608576"/>
            <a:ext cx="621792" cy="6217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0857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417320" y="46268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Agent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206240" y="465429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code quality, security, accessibility and performance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303520"/>
            <a:ext cx="621792" cy="6217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3035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417320" y="5321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Agent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206240" y="5349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test cases from BRD acceptance criteria, raises defects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5998464"/>
            <a:ext cx="621792" cy="6217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9984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417320" y="6016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Agent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206240" y="604418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every output, orchestrates the loop, consolidates all docs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547104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E-AI-S · Multi-Agent System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0" y="6547104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Ibrahim  ·  EAS Overall AI SPOC  ·  April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Flows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pipeline with stage-gate validation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6002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377440"/>
            <a:ext cx="160020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148840" y="2788920"/>
            <a:ext cx="2286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377440" y="2377440"/>
            <a:ext cx="16002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77440" y="2377440"/>
            <a:ext cx="160020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77640" y="2788920"/>
            <a:ext cx="2286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06240" y="2377440"/>
            <a:ext cx="16002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06240" y="2377440"/>
            <a:ext cx="160020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806440" y="2788920"/>
            <a:ext cx="2286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35040" y="2377440"/>
            <a:ext cx="16002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2377440"/>
            <a:ext cx="160020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Lead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35240" y="2788920"/>
            <a:ext cx="2286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863840" y="2377440"/>
            <a:ext cx="16002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63840" y="2377440"/>
            <a:ext cx="160020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0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464040" y="2788920"/>
            <a:ext cx="2286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92640" y="2377440"/>
            <a:ext cx="16002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692640" y="2377440"/>
            <a:ext cx="160020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92640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3337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377440" y="3337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06240" y="3337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35040" y="3337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863840" y="3337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Report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692640" y="3337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286000" y="4572000"/>
            <a:ext cx="7589520" cy="1005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286000" y="46634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AGENT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286000" y="50749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every hand-off  ·  challenges weak work  ·  consolidates all docs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348740" y="3657600"/>
            <a:ext cx="0" cy="914400"/>
          </a:xfrm>
          <a:prstGeom prst="line">
            <a:avLst/>
          </a:prstGeom>
          <a:noFill/>
          <a:ln w="12700">
            <a:solidFill>
              <a:srgbClr val="8DA9C4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3177540" y="3657600"/>
            <a:ext cx="0" cy="914400"/>
          </a:xfrm>
          <a:prstGeom prst="line">
            <a:avLst/>
          </a:prstGeom>
          <a:noFill/>
          <a:ln w="12700">
            <a:solidFill>
              <a:srgbClr val="8DA9C4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5006340" y="3657600"/>
            <a:ext cx="0" cy="914400"/>
          </a:xfrm>
          <a:prstGeom prst="line">
            <a:avLst/>
          </a:prstGeom>
          <a:noFill/>
          <a:ln w="12700">
            <a:solidFill>
              <a:srgbClr val="8DA9C4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6835140" y="3657600"/>
            <a:ext cx="0" cy="914400"/>
          </a:xfrm>
          <a:prstGeom prst="line">
            <a:avLst/>
          </a:prstGeom>
          <a:noFill/>
          <a:ln w="12700">
            <a:solidFill>
              <a:srgbClr val="8DA9C4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8663940" y="3657600"/>
            <a:ext cx="0" cy="914400"/>
          </a:xfrm>
          <a:prstGeom prst="line">
            <a:avLst/>
          </a:prstGeom>
          <a:noFill/>
          <a:ln w="12700">
            <a:solidFill>
              <a:srgbClr val="8DA9C4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10492740" y="3657600"/>
            <a:ext cx="0" cy="914400"/>
          </a:xfrm>
          <a:prstGeom prst="line">
            <a:avLst/>
          </a:prstGeom>
          <a:noFill/>
          <a:ln w="12700">
            <a:solidFill>
              <a:srgbClr val="8DA9C4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547104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E-AI-S · Multi-Agent System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0" y="6547104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Ibrahim  ·  EAS Overall AI SPOC  ·  April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 with E-AI-S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the repo, touches the real files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106424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Touchpoint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94760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37960" y="2103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06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/docs/BRD.md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94760" y="2606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Business, Supervisor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37960" y="2606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consolidation target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1106424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108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/docs/HLD.md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4760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SA, Supervisor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3108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constraints + consolidation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611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/docs/CODE_ARCHITECTURE.md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94760" y="3611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SA, Dev Lead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3611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map and conventions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023360"/>
            <a:ext cx="1106424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114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/sql/001_schema.sql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94760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SA, Dev Lead, Quality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7960" y="4114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Data-model source of truth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526280"/>
            <a:ext cx="110642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617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/js/db.js, /js/auth.js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794760" y="4617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Lead, Quality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37960" y="4617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data &amp; auth layer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029200"/>
            <a:ext cx="1106424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120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31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/docs/cr/&lt;CR-ID&gt;/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794760" y="5120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37960" y="5120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Per-CR working folder + run log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547104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E-AI-S · Multi-Agent System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0" y="6547104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Ibrahim  ·  EAS Overall AI SPOC  ·  April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transparent, no new infrastructure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2860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Claude Agent SDK is Python-first. Lowest dependency footprint for a small team.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2788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 SDK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1546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Anthropic's official SDK. Native tool-use, scoped permissions, matches EAS Claude adoption strategy.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3657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 + Opus 4.6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40233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for role agents. Opus for the Supervisor so it catches what smaller models miss.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4526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supervisor loop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48920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orchestration — no hidden framework magic, every hand-off is auditable.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486400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25880" y="5394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as state layer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25880" y="576072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Artefacts live in /docs/cr/&lt;CR-ID&gt;/. No new database, no new dashboard, full audit trail.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547104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E-AI-S · Multi-Agent System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0" y="6547104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Ibrahim  ·  EAS Overall AI SPOC  ·  April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Rollout Plan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supervised phases over four weeks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36576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011680"/>
            <a:ext cx="365760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03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304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Prototype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88036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the multi-agent-system/ folder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Smoke-test helpers (no API calls)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one tiny CR end-to-end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011680"/>
            <a:ext cx="36576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2011680"/>
            <a:ext cx="3657600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103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2-3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2304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Assisted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288036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at every gate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cycle time + reject-rate metrics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agent prompts on first 5 CRs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95360" y="2011680"/>
            <a:ext cx="36576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95360" y="2011680"/>
            <a:ext cx="365760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23960" y="2103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4+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2304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— Supervised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69680" y="288036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runs without per-stage approval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BLOCKED CRs escalate to SPOC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as reference pattern across EAS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20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547104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E-AI-S · Multi-Agent System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75120" y="6547104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Ibrahim  ·  EAS Overall AI SPOC  ·  April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Metrics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know it worked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6576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5603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60%+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end-to-end CR cycle 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0560" y="2103120"/>
            <a:ext cx="36576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25603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4754880" y="3840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MAS-delivered CRs with complete artefact set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12480" y="2103120"/>
            <a:ext cx="36576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0" y="25603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331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8686800" y="3840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between docs and code at quarterly audit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metrics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5349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reject-rate per stage stays between 20% and 60%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defects caught pre-release trending upward quarter-over-quarter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practices reusing the MAS pattern for their own repos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1216152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Green-light a one-week prototype.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dry-run CR. No production touch. Full artefact set at the end for review by EAS leadership.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572000"/>
            <a:ext cx="3474720" cy="1371600"/>
          </a:xfrm>
          <a:prstGeom prst="rect">
            <a:avLst/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663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week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5349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stand up the prototype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4572000"/>
            <a:ext cx="3474720" cy="1371600"/>
          </a:xfrm>
          <a:prstGeom prst="rect">
            <a:avLst/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4663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CR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480560" y="5349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from the Q2 backlog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4572000"/>
            <a:ext cx="3474720" cy="1371600"/>
          </a:xfrm>
          <a:prstGeom prst="rect">
            <a:avLst/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4663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reviewer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29600" y="5349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+ one practice SPOC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Ibrahim  ·  EAS Overall AI SPOC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E-AI-S Multi-Agent System</dc:title>
  <dc:subject>PptxGenJS Presentation</dc:subject>
  <dc:creator>Omar Ibrahim</dc:creator>
  <cp:lastModifiedBy>Omar Ibrahim</cp:lastModifiedBy>
  <cp:revision>1</cp:revision>
  <dcterms:created xsi:type="dcterms:W3CDTF">2026-04-10T13:10:20Z</dcterms:created>
  <dcterms:modified xsi:type="dcterms:W3CDTF">2026-04-10T13:10:20Z</dcterms:modified>
</cp:coreProperties>
</file>